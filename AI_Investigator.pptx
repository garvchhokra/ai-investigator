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67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1645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5D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i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“Junior AI Investigator” that does the first pass on the fraud-referral queue, so the human spends their day on the cases that actually need judgement.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1109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28800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&amp; the job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12848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investigator working a daily queue of rules/ML-flagged referrals. Today they paste a claim number into a reactive tool and read through roughly a dozen signals per case, one by one: slow, inconsistent, and most of the time spent on cases that turn out benign.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101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Job-to-be-done: 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tool in the morning and the queue is already triaged risk level, reasoning, evidence, a recommended next step so attention goes straight to the ~20 that matter, not the ~30 that don’t.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507992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4425696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(a narrow slice, done well)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9744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queue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grouped by risk, with a morning standup line (20 need review · 10 above $20k · 4 rule/AI splits)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assessment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summary · key indicators · risk + confidence · next step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follow-up Q&amp;A that stays inside the case’s data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confirm/reject each indicator, override the risk, add notes, resolve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7648" y="191109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47104" y="1828800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left out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12848"/>
            <a:ext cx="53309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multi-tenant · deployment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scope per the brief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in-memory + JSON snapshot is enough at this size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cross-case / provider linkage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next step, not core to the slice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policy corpus to retrieve from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signal weights </a:t>
            </a:r>
            <a:r>
              <a:rPr lang="en-US" sz="12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rows can’t train anything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526280"/>
            <a:ext cx="5330952" cy="0"/>
          </a:xfrm>
          <a:prstGeom prst="line">
            <a:avLst/>
          </a:prstGeom>
          <a:noFill/>
          <a:ln w="12700">
            <a:solidFill>
              <a:srgbClr val="D5DC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681728"/>
            <a:ext cx="5330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assumption: 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CSV row is an independent referral. LTC-2034786 appears on two cases with every other field different treated as a data-quality flag for ingestion, not a fraud-ring link.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1645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5D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grounding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i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Deterministic-first: rules do the arithmetic and own every number; one constrained LLM call does the narration and judgement. For a bounded input and an auditable decision, that split beats a multi-agent swarm - no tools, no retrieval, less to go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2542032" cy="1234440"/>
          </a:xfrm>
          <a:prstGeom prst="roundRect">
            <a:avLst>
              <a:gd name="adj" fmla="val 4444"/>
            </a:avLst>
          </a:prstGeom>
          <a:solidFill>
            <a:srgbClr val="EAF0EE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157984"/>
            <a:ext cx="23957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41"/>
                </a:solidFill>
              </a:rPr>
              <a:t>50-case CSV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the queue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072384" y="2084832"/>
            <a:ext cx="356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0712" y="2084832"/>
            <a:ext cx="2542032" cy="1234440"/>
          </a:xfrm>
          <a:prstGeom prst="roundRect">
            <a:avLst>
              <a:gd name="adj" fmla="val 4444"/>
            </a:avLst>
          </a:prstGeom>
          <a:solidFill>
            <a:srgbClr val="EAF0EE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157984"/>
            <a:ext cx="23957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41"/>
                </a:solidFill>
              </a:rPr>
              <a:t>RiskScorer + EvidencePacket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deterministic · no LLM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peer percentiles · rule flags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weighted 0-100 score · band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34456" y="2084832"/>
            <a:ext cx="356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2784" y="2084832"/>
            <a:ext cx="2542032" cy="1234440"/>
          </a:xfrm>
          <a:prstGeom prst="roundRect">
            <a:avLst>
              <a:gd name="adj" fmla="val 4444"/>
            </a:avLst>
          </a:prstGeom>
          <a:solidFill>
            <a:srgbClr val="EAF0EE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2157984"/>
            <a:ext cx="23957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41"/>
                </a:solidFill>
              </a:rPr>
              <a:t>LANGGRAPH STATE MACHINE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build_packet → llm_assess → validate → finalize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retry once, with the error as feedback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96528" y="2084832"/>
            <a:ext cx="356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34856" y="2084832"/>
            <a:ext cx="2542032" cy="1234440"/>
          </a:xfrm>
          <a:prstGeom prst="roundRect">
            <a:avLst>
              <a:gd name="adj" fmla="val 4444"/>
            </a:avLst>
          </a:prstGeom>
          <a:solidFill>
            <a:srgbClr val="EAF0EE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08008" y="2157984"/>
            <a:ext cx="23957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41"/>
                </a:solidFill>
              </a:rPr>
              <a:t>Assessment</a:t>
            </a:r>
            <a:endParaRPr lang="en-US" sz="10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3C4744"/>
                </a:solidFill>
              </a:rPr>
              <a:t>cached · served to UI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3639312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by construction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The LLM sees only the case row + the evidence packet. No dataset, no other cases, no memory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It cannot emit a number; it cites evidence by id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validate drops any citation that isn’t in the packet, then falls back to a rules-only card if nothing survives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UI shows every cited figure next to its raw value + peer context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7648" y="3721608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47104" y="3639312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bad output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023360"/>
            <a:ext cx="53309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confidence</a:t>
            </a:r>
            <a:r>
              <a:rPr lang="en-US" sz="12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missing_info are required outputs, surfaced in the UI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Rule score is kept beside the LLM’s call; if they disagree the UI shows both — never reconciled silently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Model unavailable / still invalid after retry → clearly-labelled rules-only assessment, not a broken card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1645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5D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scale, trade-offs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18872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Scannable queue → drill into one case → every indicator expands to its raw value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Confirm / reject each indicator; override the risk level with a rationale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Status workflow: NEW → AI_TRIAGED → UNDER_REVIEW → RESOLVED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The AI-vs-rules disagreement is shown, not hidden. Trust comes from seeing the seams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Every decision is logged with actor + time. The calibration signal for a real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4256" y="127101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3712" y="118872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past 50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572768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The deterministic layer is O(n); already fine for tens of thousands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LLM calls are the cost; the ceiling is provider quota, not compute:</a:t>
            </a:r>
            <a:endParaRPr lang="en-US" sz="1100" dirty="0"/>
          </a:p>
          <a:p>
            <a:pPr marL="330200" lvl="1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queue (Azure Service Bus) fans out to autoscaled stateless workers (Container Apps). One path for the pre-shift batch and for a full re-run after a prompt change</a:t>
            </a:r>
            <a:endParaRPr lang="en-US" sz="1100" dirty="0"/>
          </a:p>
          <a:p>
            <a:pPr marL="330200" lvl="1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keyed by a hash of the signal values, so only changed cases re-run (built)</a:t>
            </a:r>
            <a:endParaRPr lang="en-US" sz="1100" dirty="0"/>
          </a:p>
          <a:p>
            <a:pPr marL="330200" lvl="1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router, fast model for the bulk pass; Azure OpenAI Batch for the overnight run</a:t>
            </a:r>
            <a:endParaRPr lang="en-US" sz="1100" dirty="0"/>
          </a:p>
          <a:p>
            <a:pPr marL="330200" lvl="1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E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stays in Azure OpenAI in Manulife’s tenant, or sends only the evidence packet. PHI never leaves uncontrolled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1584" y="127101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118872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now · with more time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083296" y="1572768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Weights are hand-tuned and inspectable. A real system calibrates them against investigator outcomes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harness (band accuracy, grounding, schema validity)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feedback loop: decisions → recalibrated weights + few-shot examples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100" b="1" dirty="0">
                <a:solidFill>
                  <a:srgbClr val="A97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10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SOPs; provider-level clustering (“these 4 share a fingerprint”)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5202936"/>
            <a:ext cx="118872" cy="118872"/>
          </a:xfrm>
          <a:prstGeom prst="ellipse">
            <a:avLst/>
          </a:prstGeom>
          <a:solidFill>
            <a:srgbClr val="A978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512064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0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</a:t>
            </a:r>
            <a:r>
              <a:rPr lang="en-US" sz="10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automation bias; mitigated by the disagreement banner, the “not verified” callout and one-click override (watch override rates)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0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r>
              <a:rPr lang="en-US" sz="10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hallucinated figures are structurally blocked: the LLM can’t emit numbers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548640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0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latency </a:t>
            </a:r>
            <a:r>
              <a:rPr lang="en-US" sz="10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caching + model tiering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 </a:t>
            </a:r>
            <a:r>
              <a:rPr lang="en-US" sz="10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</a:t>
            </a:r>
            <a:r>
              <a:rPr lang="en-US" sz="1050" b="1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3C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scorer is one input, not the verdict; gaming the signals is the fraud engine’s problem to catch upstream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907</Words>
  <Application>Microsoft Office PowerPoint</Application>
  <PresentationFormat>Widescreen</PresentationFormat>
  <Paragraphs>72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Garv Chhokra</dc:creator>
  <cp:lastModifiedBy>Garv Chhokra</cp:lastModifiedBy>
  <cp:revision>12</cp:revision>
  <dcterms:created xsi:type="dcterms:W3CDTF">2026-09-07T09:01:35Z</dcterms:created>
  <dcterms:modified xsi:type="dcterms:W3CDTF">2026-09-07T09:22:23Z</dcterms:modified>
</cp:coreProperties>
</file>